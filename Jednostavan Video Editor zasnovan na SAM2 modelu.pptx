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8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Cyrl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211EB-0335-4253-80C2-7BE4749A10F2}" type="datetimeFigureOut">
              <a:rPr lang="sr-Cyrl-RS" smtClean="0"/>
              <a:t>08.06.2025.</a:t>
            </a:fld>
            <a:endParaRPr lang="sr-Cyrl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Cyrl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Cyrl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Cyrl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02AD1-3C51-4258-BD5D-3631902DDB70}" type="slidenum">
              <a:rPr lang="sr-Cyrl-RS" smtClean="0"/>
              <a:t>‹#›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349475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Cyrl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02AD1-3C51-4258-BD5D-3631902DDB70}" type="slidenum">
              <a:rPr lang="sr-Cyrl-RS" smtClean="0"/>
              <a:t>4</a:t>
            </a:fld>
            <a:endParaRPr lang="sr-Cyrl-RS"/>
          </a:p>
        </p:txBody>
      </p:sp>
    </p:spTree>
    <p:extLst>
      <p:ext uri="{BB962C8B-B14F-4D97-AF65-F5344CB8AC3E}">
        <p14:creationId xmlns:p14="http://schemas.microsoft.com/office/powerpoint/2010/main" val="2133633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E163-8E6F-4FD8-FCF5-B0CF63E22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1659193"/>
            <a:ext cx="8791575" cy="1909763"/>
          </a:xfrm>
        </p:spPr>
        <p:txBody>
          <a:bodyPr/>
          <a:lstStyle/>
          <a:p>
            <a:r>
              <a:rPr lang="pl-PL" b="1" dirty="0"/>
              <a:t>Jednostavan Video Editor zasnovan na SAM2 modelu</a:t>
            </a:r>
            <a:endParaRPr lang="sr-Cyrl-R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4F68E-D657-D0A0-F433-536C34D80521}"/>
              </a:ext>
            </a:extLst>
          </p:cNvPr>
          <p:cNvSpPr txBox="1"/>
          <p:nvPr/>
        </p:nvSpPr>
        <p:spPr>
          <a:xfrm>
            <a:off x="8132363" y="5943599"/>
            <a:ext cx="3952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ME" sz="2400" dirty="0"/>
              <a:t>Darko Stošić, br. indeksa 2008</a:t>
            </a:r>
            <a:endParaRPr lang="sr-Cyrl-RS" sz="2400" dirty="0"/>
          </a:p>
        </p:txBody>
      </p:sp>
    </p:spTree>
    <p:extLst>
      <p:ext uri="{BB962C8B-B14F-4D97-AF65-F5344CB8AC3E}">
        <p14:creationId xmlns:p14="http://schemas.microsoft.com/office/powerpoint/2010/main" val="243753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E7F51-84D7-E13E-A894-EAEA97F729FD}"/>
              </a:ext>
            </a:extLst>
          </p:cNvPr>
          <p:cNvSpPr txBox="1"/>
          <p:nvPr/>
        </p:nvSpPr>
        <p:spPr>
          <a:xfrm>
            <a:off x="1047135" y="412955"/>
            <a:ext cx="18004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ME" sz="4000" dirty="0"/>
              <a:t>Sadržaj</a:t>
            </a:r>
            <a:endParaRPr lang="sr-Cyrl-R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7153D-F5B4-E075-DC11-548166F56196}"/>
              </a:ext>
            </a:extLst>
          </p:cNvPr>
          <p:cNvSpPr txBox="1"/>
          <p:nvPr/>
        </p:nvSpPr>
        <p:spPr>
          <a:xfrm>
            <a:off x="1047135" y="1651819"/>
            <a:ext cx="83623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SAM2 (Segment Anything Model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Mogućnosti</a:t>
            </a:r>
            <a:r>
              <a:rPr lang="en-US" sz="2400" dirty="0"/>
              <a:t> SAM2 </a:t>
            </a:r>
            <a:r>
              <a:rPr lang="en-US" sz="2400" dirty="0" err="1"/>
              <a:t>modela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400" dirty="0"/>
              <a:t>K</a:t>
            </a:r>
            <a:r>
              <a:rPr lang="en-US" sz="2400" dirty="0" err="1"/>
              <a:t>onkurentna</a:t>
            </a:r>
            <a:r>
              <a:rPr lang="en-US" sz="2400" dirty="0"/>
              <a:t> </a:t>
            </a:r>
            <a:r>
              <a:rPr lang="en-US" sz="2400" dirty="0" err="1"/>
              <a:t>rešenja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Ograničenja</a:t>
            </a:r>
            <a:r>
              <a:rPr lang="en-US" sz="2400" dirty="0"/>
              <a:t> SAM2 </a:t>
            </a:r>
            <a:r>
              <a:rPr lang="en-US" sz="2400" dirty="0" err="1"/>
              <a:t>modela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400" dirty="0"/>
              <a:t>Korišćenje SAM2 modela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400" dirty="0"/>
              <a:t>Demonstracija projekta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Zaključak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796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3F5901-8378-0610-F06B-57E273F2D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478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Segment Anything Model 2 (SAM2) </a:t>
            </a:r>
            <a:r>
              <a:rPr lang="sr-Latn-ME" sz="2000" dirty="0"/>
              <a:t>predstavlja</a:t>
            </a:r>
            <a:r>
              <a:rPr lang="sr-Cyrl-RS" sz="2000" dirty="0"/>
              <a:t> </a:t>
            </a:r>
            <a:r>
              <a:rPr lang="sr-Latn-ME" sz="2000" dirty="0"/>
              <a:t>model za segmentaciju koji nam omogućava segmentaciju i praćenje objekata na video snimcima kao i segmentaciju objekata na slikama.</a:t>
            </a:r>
            <a:endParaRPr lang="sr-Cyrl-R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0D326-0E4D-13A0-B96D-E1A62A129F7D}"/>
              </a:ext>
            </a:extLst>
          </p:cNvPr>
          <p:cNvSpPr txBox="1"/>
          <p:nvPr/>
        </p:nvSpPr>
        <p:spPr>
          <a:xfrm>
            <a:off x="1386348" y="3996813"/>
            <a:ext cx="7172541" cy="1140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400" dirty="0"/>
              <a:t>Automatsko generisanje maski svih objekata</a:t>
            </a:r>
            <a:endParaRPr lang="sr-Cyrl-R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ME" sz="2400" dirty="0"/>
              <a:t>Identifikacija objekata na osnovu zadatih parametara</a:t>
            </a:r>
            <a:endParaRPr lang="sr-Cyrl-RS" sz="2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617CA3-9CDD-E513-B499-B7690A00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en-US" cap="none" dirty="0"/>
              <a:t>Segment Anything Model 2</a:t>
            </a:r>
            <a:endParaRPr lang="sr-Cyrl-RS" cap="none" dirty="0"/>
          </a:p>
        </p:txBody>
      </p:sp>
    </p:spTree>
    <p:extLst>
      <p:ext uri="{BB962C8B-B14F-4D97-AF65-F5344CB8AC3E}">
        <p14:creationId xmlns:p14="http://schemas.microsoft.com/office/powerpoint/2010/main" val="285940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35F06D-D888-3AFF-2011-777E025D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Arhitektura SAM2 modela</a:t>
            </a:r>
            <a:endParaRPr lang="sr-Cyrl-RS" cap="non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7EFDF0-2E11-83A4-8F3A-5295F64E3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ME" sz="2000" dirty="0"/>
              <a:t>Ova arhitektura koristi neuronske mreže za analizu i pronalaženje složenih objekata na slikama i video zapisima</a:t>
            </a:r>
            <a:r>
              <a:rPr lang="sr-Cyrl-RS" sz="2000" dirty="0"/>
              <a:t>.</a:t>
            </a:r>
          </a:p>
        </p:txBody>
      </p:sp>
      <p:pic>
        <p:nvPicPr>
          <p:cNvPr id="6" name="Picture 5" descr="A diagram of a mask decoder&#10;&#10;Description automatically generated">
            <a:extLst>
              <a:ext uri="{FF2B5EF4-FFF2-40B4-BE49-F238E27FC236}">
                <a16:creationId xmlns:a16="http://schemas.microsoft.com/office/drawing/2014/main" id="{849CD635-020E-D054-6E67-CD3F7681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71" y="3546032"/>
            <a:ext cx="8937680" cy="239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EE7BCC-30AB-E4F1-CAEF-8815DBCC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Mogućnosti SAM2 modela </a:t>
            </a:r>
            <a:endParaRPr lang="sr-Cyrl-RS" cap="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FE098-0523-6EDE-BD6C-383140D1A775}"/>
              </a:ext>
            </a:extLst>
          </p:cNvPr>
          <p:cNvSpPr txBox="1"/>
          <p:nvPr/>
        </p:nvSpPr>
        <p:spPr>
          <a:xfrm>
            <a:off x="1141413" y="2433484"/>
            <a:ext cx="7850226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Segmentacija</a:t>
            </a:r>
            <a:r>
              <a:rPr lang="en-US" sz="2800" dirty="0"/>
              <a:t> </a:t>
            </a:r>
            <a:r>
              <a:rPr lang="en-US" sz="2800" dirty="0" err="1"/>
              <a:t>objekata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slikama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video </a:t>
            </a:r>
            <a:r>
              <a:rPr lang="en-US" sz="2800" dirty="0" err="1"/>
              <a:t>zapisima</a:t>
            </a:r>
            <a:endParaRPr lang="sr-Latn-M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Interaktivni</a:t>
            </a:r>
            <a:r>
              <a:rPr lang="en-US" sz="2800" dirty="0"/>
              <a:t> </a:t>
            </a:r>
            <a:r>
              <a:rPr lang="en-US" sz="2800" dirty="0" err="1"/>
              <a:t>izbor</a:t>
            </a:r>
            <a:r>
              <a:rPr lang="en-US" sz="2800" dirty="0"/>
              <a:t> </a:t>
            </a:r>
            <a:r>
              <a:rPr lang="en-US" sz="2800" dirty="0" err="1"/>
              <a:t>objekata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Generisanje</a:t>
            </a:r>
            <a:r>
              <a:rPr lang="en-US" sz="2800" dirty="0"/>
              <a:t> </a:t>
            </a:r>
            <a:r>
              <a:rPr lang="en-US" sz="2800" dirty="0" err="1"/>
              <a:t>maski</a:t>
            </a:r>
            <a:endParaRPr lang="sr-Latn-M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Podrška</a:t>
            </a:r>
            <a:r>
              <a:rPr lang="en-US" sz="2800" dirty="0"/>
              <a:t> za </a:t>
            </a:r>
            <a:r>
              <a:rPr lang="en-US" sz="2800" dirty="0" err="1"/>
              <a:t>različite</a:t>
            </a:r>
            <a:r>
              <a:rPr lang="en-US" sz="2800" dirty="0"/>
              <a:t> </a:t>
            </a:r>
            <a:r>
              <a:rPr lang="en-US" sz="2800" dirty="0" err="1"/>
              <a:t>vrste</a:t>
            </a:r>
            <a:r>
              <a:rPr lang="en-US" sz="2800" dirty="0"/>
              <a:t> </a:t>
            </a:r>
            <a:r>
              <a:rPr lang="en-US" sz="2800" dirty="0" err="1"/>
              <a:t>objekata</a:t>
            </a:r>
            <a:br>
              <a:rPr lang="en-US" dirty="0"/>
            </a:br>
            <a:endParaRPr lang="sr-Latn-ME" dirty="0"/>
          </a:p>
        </p:txBody>
      </p:sp>
    </p:spTree>
    <p:extLst>
      <p:ext uri="{BB962C8B-B14F-4D97-AF65-F5344CB8AC3E}">
        <p14:creationId xmlns:p14="http://schemas.microsoft.com/office/powerpoint/2010/main" val="282503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E317-30CE-35FC-09DF-DC7EF998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87C036-FFF2-C15D-BB8E-B85ECD1E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Konkurentna rešenja</a:t>
            </a:r>
            <a:endParaRPr lang="sr-Cyrl-RS" cap="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3EBCD-9BD2-02A7-CDCD-77FECAE779E8}"/>
              </a:ext>
            </a:extLst>
          </p:cNvPr>
          <p:cNvSpPr txBox="1"/>
          <p:nvPr/>
        </p:nvSpPr>
        <p:spPr>
          <a:xfrm>
            <a:off x="1141413" y="2382559"/>
            <a:ext cx="669901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ME" sz="2800" dirty="0"/>
              <a:t>Poređenje sa SAM + Xmem++ i SAM + Cutie</a:t>
            </a:r>
            <a:br>
              <a:rPr lang="en-US" dirty="0"/>
            </a:br>
            <a:endParaRPr lang="sr-Latn-ME" dirty="0"/>
          </a:p>
        </p:txBody>
      </p:sp>
      <p:pic>
        <p:nvPicPr>
          <p:cNvPr id="2" name="Picture 1" descr="A comparison of graphs and charts&#10;&#10;Description automatically generated with medium confidence">
            <a:extLst>
              <a:ext uri="{FF2B5EF4-FFF2-40B4-BE49-F238E27FC236}">
                <a16:creationId xmlns:a16="http://schemas.microsoft.com/office/drawing/2014/main" id="{34679D44-4D43-DBA9-B393-1C6334BBB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476" y="3504161"/>
            <a:ext cx="9271047" cy="251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5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B4771AC-A434-F198-CB7C-308D50A1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Konkurentna rešenja</a:t>
            </a:r>
            <a:endParaRPr lang="sr-Cyrl-RS" cap="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0971B-92BF-6DA8-DC49-5B7E3C07D4C7}"/>
              </a:ext>
            </a:extLst>
          </p:cNvPr>
          <p:cNvSpPr txBox="1"/>
          <p:nvPr/>
        </p:nvSpPr>
        <p:spPr>
          <a:xfrm>
            <a:off x="1141413" y="2382559"/>
            <a:ext cx="281012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ME" sz="2800" dirty="0"/>
              <a:t>Poređenje sa SAM</a:t>
            </a:r>
            <a:br>
              <a:rPr lang="en-US" dirty="0"/>
            </a:br>
            <a:endParaRPr lang="sr-Latn-ME" dirty="0"/>
          </a:p>
        </p:txBody>
      </p:sp>
      <p:pic>
        <p:nvPicPr>
          <p:cNvPr id="11" name="Picture 10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106B8B81-01B0-FD44-042F-B6422134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675223"/>
            <a:ext cx="10110241" cy="20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0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C9093C-DCEA-2ECA-5A4A-648ADA69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Ograničenja SAM2 modela</a:t>
            </a:r>
            <a:endParaRPr lang="sr-Cyrl-RS" cap="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3F4CD-15A4-FA8D-CF4A-3AC631DBC84D}"/>
              </a:ext>
            </a:extLst>
          </p:cNvPr>
          <p:cNvSpPr txBox="1"/>
          <p:nvPr/>
        </p:nvSpPr>
        <p:spPr>
          <a:xfrm>
            <a:off x="1141413" y="2382559"/>
            <a:ext cx="5798062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Zavisnost od ugla kamere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Scena popunjena različitim objektima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Praćenje više objekata istovremeno</a:t>
            </a:r>
            <a:br>
              <a:rPr lang="en-US" dirty="0"/>
            </a:br>
            <a:endParaRPr lang="sr-Latn-ME" dirty="0"/>
          </a:p>
        </p:txBody>
      </p:sp>
      <p:pic>
        <p:nvPicPr>
          <p:cNvPr id="7" name="Picture 6" descr="A group of horses in a field&#10;&#10;Description automatically generated">
            <a:extLst>
              <a:ext uri="{FF2B5EF4-FFF2-40B4-BE49-F238E27FC236}">
                <a16:creationId xmlns:a16="http://schemas.microsoft.com/office/drawing/2014/main" id="{768E955B-2BD5-8C49-4393-07C7F5809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556" y="4149212"/>
            <a:ext cx="8059711" cy="238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0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FB71E19-47C1-B439-DDCB-EC9F3319E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Korišćenje SAM2 modela</a:t>
            </a:r>
            <a:endParaRPr lang="sr-Cyrl-RS" cap="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4167C-C9E4-8793-2EB7-FB72FB32CA0B}"/>
              </a:ext>
            </a:extLst>
          </p:cNvPr>
          <p:cNvSpPr txBox="1"/>
          <p:nvPr/>
        </p:nvSpPr>
        <p:spPr>
          <a:xfrm>
            <a:off x="1141413" y="2382559"/>
            <a:ext cx="2319866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Python 3.x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PyTorch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SAM2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ffmpeg</a:t>
            </a:r>
            <a:br>
              <a:rPr lang="en-US" dirty="0"/>
            </a:br>
            <a:endParaRPr lang="sr-Latn-M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F5CEB-4AE5-3EF3-8177-F5A09604949D}"/>
              </a:ext>
            </a:extLst>
          </p:cNvPr>
          <p:cNvSpPr txBox="1"/>
          <p:nvPr/>
        </p:nvSpPr>
        <p:spPr>
          <a:xfrm>
            <a:off x="7442232" y="2598002"/>
            <a:ext cx="303076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pip install –e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pip install sam2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Checkpoint fajlovi</a:t>
            </a:r>
            <a:br>
              <a:rPr lang="en-US" dirty="0"/>
            </a:br>
            <a:endParaRPr lang="sr-Latn-ME" dirty="0"/>
          </a:p>
        </p:txBody>
      </p:sp>
    </p:spTree>
    <p:extLst>
      <p:ext uri="{BB962C8B-B14F-4D97-AF65-F5344CB8AC3E}">
        <p14:creationId xmlns:p14="http://schemas.microsoft.com/office/powerpoint/2010/main" val="268767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371D07-ECC6-856C-8F8B-271939AE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Dokumentacija</a:t>
            </a:r>
            <a:r>
              <a:rPr lang="en-US" dirty="0"/>
              <a:t> za </a:t>
            </a:r>
            <a:r>
              <a:rPr lang="en-US" dirty="0" err="1"/>
              <a:t>pokretanje</a:t>
            </a:r>
            <a:r>
              <a:rPr lang="en-US" dirty="0"/>
              <a:t> SAM2 </a:t>
            </a:r>
            <a:r>
              <a:rPr lang="en-US" dirty="0" err="1"/>
              <a:t>kompanije</a:t>
            </a:r>
            <a:r>
              <a:rPr lang="en-US" dirty="0"/>
              <a:t> Meta</a:t>
            </a: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9A77AA-7587-F555-A1A7-40154654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48" y="2249487"/>
            <a:ext cx="3318922" cy="354965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B08C6C-C7F0-2262-A1CD-07C4E4B4826D}"/>
              </a:ext>
            </a:extLst>
          </p:cNvPr>
          <p:cNvSpPr txBox="1"/>
          <p:nvPr/>
        </p:nvSpPr>
        <p:spPr>
          <a:xfrm>
            <a:off x="5034579" y="2249487"/>
            <a:ext cx="6012832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b="1" dirty="0"/>
              <a:t>https://colab.research.google.com/github/facebookresearch/segment-anything-2/blob/main/notebooks/video_predictor_example.ipynb</a:t>
            </a:r>
          </a:p>
        </p:txBody>
      </p:sp>
    </p:spTree>
    <p:extLst>
      <p:ext uri="{BB962C8B-B14F-4D97-AF65-F5344CB8AC3E}">
        <p14:creationId xmlns:p14="http://schemas.microsoft.com/office/powerpoint/2010/main" val="342185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03CED4-2229-5B1B-4A6A-4718936D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4592"/>
          </a:xfrm>
        </p:spPr>
        <p:txBody>
          <a:bodyPr>
            <a:normAutofit/>
          </a:bodyPr>
          <a:lstStyle/>
          <a:p>
            <a:r>
              <a:rPr lang="sr-Latn-ME" sz="3200" cap="none" dirty="0"/>
              <a:t>Kreiranje prediktora</a:t>
            </a:r>
            <a:endParaRPr lang="sr-Cyrl-RS" sz="3200" cap="none" dirty="0"/>
          </a:p>
        </p:txBody>
      </p:sp>
      <p:pic>
        <p:nvPicPr>
          <p:cNvPr id="6" name="Picture 5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06BD95F9-9818-51FB-E349-71947A4E3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43" y="2394147"/>
            <a:ext cx="10206913" cy="384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01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6C56EC-6ABE-57C8-06AD-65916E2F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4592"/>
          </a:xfrm>
        </p:spPr>
        <p:txBody>
          <a:bodyPr>
            <a:normAutofit/>
          </a:bodyPr>
          <a:lstStyle/>
          <a:p>
            <a:r>
              <a:rPr lang="sr-Latn-ME" sz="3200" cap="none" dirty="0"/>
              <a:t>Inicijalizacija prediktora</a:t>
            </a:r>
            <a:endParaRPr lang="sr-Cyrl-RS" sz="3200" cap="none" dirty="0"/>
          </a:p>
        </p:txBody>
      </p:sp>
      <p:pic>
        <p:nvPicPr>
          <p:cNvPr id="6" name="Picture 5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449F3FEA-C2D0-E37C-88D4-EC3C4C0D4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11" y="2419810"/>
            <a:ext cx="9064777" cy="357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53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9F4915-8355-E591-53C9-E8616C72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4592"/>
          </a:xfrm>
        </p:spPr>
        <p:txBody>
          <a:bodyPr>
            <a:normAutofit/>
          </a:bodyPr>
          <a:lstStyle/>
          <a:p>
            <a:r>
              <a:rPr lang="sr-Latn-ME" sz="3200" cap="none" dirty="0"/>
              <a:t>Kreiranje maski</a:t>
            </a:r>
            <a:endParaRPr lang="sr-Cyrl-RS" sz="3200" cap="none" dirty="0"/>
          </a:p>
        </p:txBody>
      </p:sp>
      <p:pic>
        <p:nvPicPr>
          <p:cNvPr id="6" name="Picture 5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5A9D9651-7AAC-D026-A58B-53F6D63EC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496" y="2008392"/>
            <a:ext cx="8591007" cy="434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52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36C098-3751-7C5E-A30E-8F684C759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4592"/>
          </a:xfrm>
        </p:spPr>
        <p:txBody>
          <a:bodyPr>
            <a:normAutofit/>
          </a:bodyPr>
          <a:lstStyle/>
          <a:p>
            <a:r>
              <a:rPr lang="sr-Latn-ME" sz="3200" cap="none" dirty="0"/>
              <a:t>Propagacija</a:t>
            </a:r>
            <a:endParaRPr lang="sr-Cyrl-RS" sz="3200" cap="none" dirty="0"/>
          </a:p>
        </p:txBody>
      </p:sp>
      <p:pic>
        <p:nvPicPr>
          <p:cNvPr id="6" name="Picture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0D18697-FCF8-9874-6411-3F9342B90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38" y="2110087"/>
            <a:ext cx="11602923" cy="412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5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88BC40-2EF9-7675-416A-3DD2B37D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Demonstracija projekta</a:t>
            </a:r>
            <a:endParaRPr lang="sr-Cyrl-RS" cap="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4D7F6-569E-5B59-60C8-92D5431DC65C}"/>
              </a:ext>
            </a:extLst>
          </p:cNvPr>
          <p:cNvSpPr txBox="1"/>
          <p:nvPr/>
        </p:nvSpPr>
        <p:spPr>
          <a:xfrm>
            <a:off x="1141413" y="2382559"/>
            <a:ext cx="977239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Za kreiranje aplikacije korišćeno je Visual Studio Code razvojno okruženje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Aplikacija je implementirana u Python programskom jeziku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Frontend aplikacije kreiran je uz pomoć tkinter biblioteke</a:t>
            </a:r>
            <a:br>
              <a:rPr lang="en-US" dirty="0"/>
            </a:br>
            <a:endParaRPr lang="sr-Latn-ME" dirty="0"/>
          </a:p>
        </p:txBody>
      </p:sp>
    </p:spTree>
    <p:extLst>
      <p:ext uri="{BB962C8B-B14F-4D97-AF65-F5344CB8AC3E}">
        <p14:creationId xmlns:p14="http://schemas.microsoft.com/office/powerpoint/2010/main" val="189257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27F712-EE06-43AB-D903-14698F15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/>
              <a:t>Rezultati dobijeni korišćenjem video editora</a:t>
            </a:r>
            <a:endParaRPr lang="sr-Cyrl-RS" cap="none" dirty="0"/>
          </a:p>
        </p:txBody>
      </p:sp>
      <p:pic>
        <p:nvPicPr>
          <p:cNvPr id="5" name="Picture 4" descr="A hand holding a chess board&#10;&#10;Description automatically generated">
            <a:extLst>
              <a:ext uri="{FF2B5EF4-FFF2-40B4-BE49-F238E27FC236}">
                <a16:creationId xmlns:a16="http://schemas.microsoft.com/office/drawing/2014/main" id="{18A7B157-240F-2249-83C6-F9C4FEF0F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023" y="2097088"/>
            <a:ext cx="9476778" cy="451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06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C4EEB2-0529-F62C-226B-8E933A60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sr-Latn-ME" cap="none" dirty="0"/>
              <a:t>Zaključak</a:t>
            </a:r>
            <a:endParaRPr lang="sr-Cyrl-RS" cap="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931E8-166A-874A-C174-5CCDB678A025}"/>
              </a:ext>
            </a:extLst>
          </p:cNvPr>
          <p:cNvSpPr txBox="1"/>
          <p:nvPr/>
        </p:nvSpPr>
        <p:spPr>
          <a:xfrm>
            <a:off x="1141413" y="2382559"/>
            <a:ext cx="977239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Veliki iskorak u odnosu na prethodne modele za segmentaciju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Obrada video zapisa bez potrebe za ručnim prolaskom kroz frejmove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Optimizacija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2800" dirty="0"/>
              <a:t>Korišćenje u različitim oblastima nauke</a:t>
            </a:r>
            <a:br>
              <a:rPr lang="en-US" dirty="0"/>
            </a:br>
            <a:endParaRPr lang="sr-Latn-ME" dirty="0"/>
          </a:p>
        </p:txBody>
      </p:sp>
    </p:spTree>
    <p:extLst>
      <p:ext uri="{BB962C8B-B14F-4D97-AF65-F5344CB8AC3E}">
        <p14:creationId xmlns:p14="http://schemas.microsoft.com/office/powerpoint/2010/main" val="1791994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0CD95B4-52A6-25FB-5533-F34205329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194" y="2860273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sr-Latn-ME" sz="6600" dirty="0"/>
              <a:t>Hvala na pažnji</a:t>
            </a:r>
            <a:endParaRPr lang="sr-Cyrl-RS" sz="6600" dirty="0"/>
          </a:p>
        </p:txBody>
      </p:sp>
    </p:spTree>
    <p:extLst>
      <p:ext uri="{BB962C8B-B14F-4D97-AF65-F5344CB8AC3E}">
        <p14:creationId xmlns:p14="http://schemas.microsoft.com/office/powerpoint/2010/main" val="649820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111</TotalTime>
  <Words>285</Words>
  <Application>Microsoft Office PowerPoint</Application>
  <PresentationFormat>Widescreen</PresentationFormat>
  <Paragraphs>55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Tw Cen MT</vt:lpstr>
      <vt:lpstr>Circuit</vt:lpstr>
      <vt:lpstr>Jednostavan Video Editor zasnovan na SAM2 modelu</vt:lpstr>
      <vt:lpstr>PowerPoint Presentation</vt:lpstr>
      <vt:lpstr>Segment Anything Model 2</vt:lpstr>
      <vt:lpstr>Arhitektura SAM2 modela</vt:lpstr>
      <vt:lpstr>Mogućnosti SAM2 modela </vt:lpstr>
      <vt:lpstr>Konkurentna rešenja</vt:lpstr>
      <vt:lpstr>Konkurentna rešenja</vt:lpstr>
      <vt:lpstr>Ograničenja SAM2 modela</vt:lpstr>
      <vt:lpstr>Korišćenje SAM2 modela</vt:lpstr>
      <vt:lpstr>Dokumentacija za pokretanje SAM2 kompanije Meta</vt:lpstr>
      <vt:lpstr>Kreiranje prediktora</vt:lpstr>
      <vt:lpstr>Inicijalizacija prediktora</vt:lpstr>
      <vt:lpstr>Kreiranje maski</vt:lpstr>
      <vt:lpstr>Propagacija</vt:lpstr>
      <vt:lpstr>Demonstracija projekta</vt:lpstr>
      <vt:lpstr>Rezultati dobijeni korišćenjem video editora</vt:lpstr>
      <vt:lpstr>Zaključak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Darko Stosic</dc:creator>
  <cp:lastModifiedBy>Darko Stosic</cp:lastModifiedBy>
  <cp:revision>2</cp:revision>
  <dcterms:created xsi:type="dcterms:W3CDTF">2025-06-08T14:58:16Z</dcterms:created>
  <dcterms:modified xsi:type="dcterms:W3CDTF">2025-06-08T18:25:54Z</dcterms:modified>
</cp:coreProperties>
</file>